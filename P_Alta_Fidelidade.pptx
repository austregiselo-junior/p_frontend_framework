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D0354-670F-4464-BA14-F6C490EE9D52}" v="4" dt="2025-11-07T22:13:42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stregíselo Junior" userId="8fcfe3a219ca9255" providerId="LiveId" clId="{55D0CBE2-E744-4746-9366-F1D7EF858152}"/>
    <pc:docChg chg="custSel delSld modSld">
      <pc:chgData name="Austregíselo Junior" userId="8fcfe3a219ca9255" providerId="LiveId" clId="{55D0CBE2-E744-4746-9366-F1D7EF858152}" dt="2025-11-07T22:13:42.034" v="35"/>
      <pc:docMkLst>
        <pc:docMk/>
      </pc:docMkLst>
      <pc:sldChg chg="modSp mod">
        <pc:chgData name="Austregíselo Junior" userId="8fcfe3a219ca9255" providerId="LiveId" clId="{55D0CBE2-E744-4746-9366-F1D7EF858152}" dt="2025-11-07T22:13:42.034" v="35"/>
        <pc:sldMkLst>
          <pc:docMk/>
          <pc:sldMk cId="173824430" sldId="256"/>
        </pc:sldMkLst>
        <pc:spChg chg="mod">
          <ac:chgData name="Austregíselo Junior" userId="8fcfe3a219ca9255" providerId="LiveId" clId="{55D0CBE2-E744-4746-9366-F1D7EF858152}" dt="2025-11-07T22:11:55.798" v="1" actId="207"/>
          <ac:spMkLst>
            <pc:docMk/>
            <pc:sldMk cId="173824430" sldId="256"/>
            <ac:spMk id="2" creationId="{67F8F296-8A58-50C6-65B0-275375DA9E78}"/>
          </ac:spMkLst>
        </pc:spChg>
        <pc:spChg chg="mod">
          <ac:chgData name="Austregíselo Junior" userId="8fcfe3a219ca9255" providerId="LiveId" clId="{55D0CBE2-E744-4746-9366-F1D7EF858152}" dt="2025-11-07T22:13:42.034" v="35"/>
          <ac:spMkLst>
            <pc:docMk/>
            <pc:sldMk cId="173824430" sldId="256"/>
            <ac:spMk id="3" creationId="{AFEE9DF3-72BB-888D-D30D-86013683F5CF}"/>
          </ac:spMkLst>
        </pc:spChg>
      </pc:sldChg>
      <pc:sldChg chg="del">
        <pc:chgData name="Austregíselo Junior" userId="8fcfe3a219ca9255" providerId="LiveId" clId="{55D0CBE2-E744-4746-9366-F1D7EF858152}" dt="2025-11-07T22:12:33.974" v="6" actId="47"/>
        <pc:sldMkLst>
          <pc:docMk/>
          <pc:sldMk cId="2806559280" sldId="259"/>
        </pc:sldMkLst>
      </pc:sldChg>
      <pc:sldChg chg="del">
        <pc:chgData name="Austregíselo Junior" userId="8fcfe3a219ca9255" providerId="LiveId" clId="{55D0CBE2-E744-4746-9366-F1D7EF858152}" dt="2025-11-07T22:12:35.406" v="7" actId="47"/>
        <pc:sldMkLst>
          <pc:docMk/>
          <pc:sldMk cId="428430849" sldId="260"/>
        </pc:sldMkLst>
      </pc:sldChg>
      <pc:sldChg chg="del">
        <pc:chgData name="Austregíselo Junior" userId="8fcfe3a219ca9255" providerId="LiveId" clId="{55D0CBE2-E744-4746-9366-F1D7EF858152}" dt="2025-11-07T22:12:36.567" v="8" actId="47"/>
        <pc:sldMkLst>
          <pc:docMk/>
          <pc:sldMk cId="3673206118" sldId="261"/>
        </pc:sldMkLst>
      </pc:sldChg>
      <pc:sldChg chg="del">
        <pc:chgData name="Austregíselo Junior" userId="8fcfe3a219ca9255" providerId="LiveId" clId="{55D0CBE2-E744-4746-9366-F1D7EF858152}" dt="2025-11-07T22:12:32.585" v="5" actId="47"/>
        <pc:sldMkLst>
          <pc:docMk/>
          <pc:sldMk cId="3068675149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30D56-4AB6-BBC8-2468-80A0BEB1B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143E06-5D45-827F-DDD6-D7DCCA50B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DF6770-ECFF-40DE-0D26-E8B2EAFD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03E8C3-654F-6E81-3F68-C6FA2C27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B8C316-73C6-14C8-640D-29069740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0341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8CA50-D1B6-DC61-20D1-95186954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6ABF5A1-09CD-67DE-4598-98D3D1A0F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DF0418-71A2-AB82-A4B7-0FC49AE3C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09A20-9A13-A13C-40F4-AB526439B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D06CA9-FF68-E839-D35D-158D199D6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4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0AF858-C044-44E7-9E72-D0B5E7A2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7344688-918C-A166-11CE-2B15173CE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D778EE-DD91-EDE9-90F6-4DC0F903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850516-3C58-B1EF-45CC-D22A7973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99CBB3-B1AC-CCC6-F620-B1C0D714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6878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82EA24-E2B2-849C-1DC0-AF926B6D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A1C3A9-E8E8-C683-4FDE-8BF16C714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4917D0-99CB-71E7-3810-5EC328416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4C0E089-338F-C232-3EB3-C84877295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4F0F74-DFDD-C8F2-D6B9-816189C96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BCF717-BC89-710E-6AA2-60F931EE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9986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AEC23-7487-C7BB-3DD4-D883C7E4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71AF50-A55A-563F-86F0-3A82B41CD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FEBB0DC-8BE9-87FA-1B3D-5C1038B7CE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E8428D-8D34-F450-8611-5FAC262B12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9DA22C-506D-176C-EC2C-0F5380744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E8E1F16-3AD0-87F1-7424-F7571E94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36CC15-E7A0-2865-E44B-2F244826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2BFE9FB-DAC1-0F00-C57E-AF800654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0121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D8047-D727-DB76-71DF-D6B845F2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C14BB6-D477-9E97-D7F5-048F17D1E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4DD2AF5-C7E5-1903-7B7B-DB938D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1696A6-053B-F23C-7CC1-7314865EC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82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BED7A5-53DE-894B-1FAC-04CB116E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71568D-06BA-9517-E1F7-D4A4ADFC1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312253-12F0-5225-B13B-A23B67241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06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894FF-9347-5066-DF45-BBEAD2A2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23F6DD-05B1-ABD2-8B13-5EC385043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F61588-9C2A-4EE0-3D6C-EB3E9AD5B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17CA746-85FE-B9E7-800B-5033D1F87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0921F7-B9BD-1810-DD18-A66990BE2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DC2119E-38C5-1399-144D-F253E3E6E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72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4B52CC-D47D-D0DD-32E8-EA875E461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35CBC2-BE85-8E88-3E0D-89BAB30FA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0827D3-2784-B7EB-8C4C-59621967B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41AA16-FDE8-4160-0437-C9F67FE12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1AEB55-E966-4416-8EB0-E2E81BF1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E663DE-032B-366C-9E06-8A1157C7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290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8D141-920B-9801-236E-12B4CA5F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A2B05C-B827-B40B-8637-958A72F91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B35D03-2FDE-C621-77E7-A7FD0CB4B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9C1A4B-8EC9-D82B-7121-543999F49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A500E3-ADEE-B6DA-07EC-352BF2E7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8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245684-8E17-3EDB-CAC1-8C2A3CBD7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933646-206F-FE62-DFB8-95F412D6D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B59952-1C6C-8915-3D6F-1FD28ECD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CCB30D-D3BB-2442-2E48-1DFD2E52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34592F-D1B5-D48D-45BE-D4A6CC9F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99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B4BA39D-016E-6DFE-C577-1D603D99F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GB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CC92E2-5917-7252-7F46-333CE984B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GB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554A65-355C-E9D5-CFB5-A0614CC47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511AA-8040-4727-8F73-50457D6D6BB7}" type="datetimeFigureOut">
              <a:rPr lang="en-GB" smtClean="0"/>
              <a:t>07/11/2025</a:t>
            </a:fld>
            <a:endParaRPr lang="en-GB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9C4932-F06D-E526-7EF3-04ABFEAB2F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8F6F43-4731-BC77-FEB9-0564430A2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C62274-1163-4489-8B47-6AFBD7AE264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30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F8F296-8A58-50C6-65B0-275375DA9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 err="1">
                <a:solidFill>
                  <a:schemeClr val="bg1"/>
                </a:solidFill>
              </a:rPr>
              <a:t>Disciplina</a:t>
            </a:r>
            <a:r>
              <a:rPr lang="en-GB" sz="4800" dirty="0">
                <a:solidFill>
                  <a:schemeClr val="bg1"/>
                </a:solidFill>
              </a:rPr>
              <a:t> de </a:t>
            </a:r>
            <a:r>
              <a:rPr lang="en-GB" b="1" dirty="0">
                <a:solidFill>
                  <a:schemeClr val="bg1"/>
                </a:solidFill>
              </a:rPr>
              <a:t>FRONT-END FRAMEWORKS</a:t>
            </a:r>
            <a:endParaRPr lang="en-GB" sz="4800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EE9DF3-72BB-888D-D30D-86013683F5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sz="1800" dirty="0"/>
              <a:t>Discentes: </a:t>
            </a:r>
            <a:br>
              <a:rPr lang="en-GB" sz="1800" dirty="0"/>
            </a:br>
            <a:r>
              <a:rPr lang="en-GB" sz="1800" dirty="0"/>
              <a:t>Austregíselo Junior – 03249515</a:t>
            </a:r>
          </a:p>
          <a:p>
            <a:pPr algn="l"/>
            <a:r>
              <a:rPr lang="en-GB" sz="1800" dirty="0"/>
              <a:t>G</a:t>
            </a:r>
            <a:r>
              <a:rPr lang="pt-BR" sz="1800" dirty="0" err="1"/>
              <a:t>enyaltt</a:t>
            </a:r>
            <a:r>
              <a:rPr lang="pt-BR" sz="1800" dirty="0"/>
              <a:t> Soares da Silva Junior - 03360574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73824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aixaDeTexto 46">
            <a:extLst>
              <a:ext uri="{FF2B5EF4-FFF2-40B4-BE49-F238E27FC236}">
                <a16:creationId xmlns:a16="http://schemas.microsoft.com/office/drawing/2014/main" id="{388B5729-0210-77BF-E470-5B51FF08B45D}"/>
              </a:ext>
            </a:extLst>
          </p:cNvPr>
          <p:cNvSpPr txBox="1"/>
          <p:nvPr/>
        </p:nvSpPr>
        <p:spPr>
          <a:xfrm>
            <a:off x="79383" y="67791"/>
            <a:ext cx="167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Página</a:t>
            </a:r>
            <a:r>
              <a:rPr lang="en-GB" dirty="0"/>
              <a:t> de login</a:t>
            </a:r>
          </a:p>
        </p:txBody>
      </p:sp>
      <p:pic>
        <p:nvPicPr>
          <p:cNvPr id="49" name="Imagem 48">
            <a:extLst>
              <a:ext uri="{FF2B5EF4-FFF2-40B4-BE49-F238E27FC236}">
                <a16:creationId xmlns:a16="http://schemas.microsoft.com/office/drawing/2014/main" id="{DC1FED2E-C883-9E56-652B-F2ACB8061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714"/>
            <a:ext cx="12192000" cy="565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51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BFE60C7-03C0-CCFE-57D0-8631940BE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457" y="520063"/>
            <a:ext cx="8023128" cy="2019227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8554AEA-5BF0-84CC-CEB7-90CA5720F127}"/>
              </a:ext>
            </a:extLst>
          </p:cNvPr>
          <p:cNvSpPr txBox="1"/>
          <p:nvPr/>
        </p:nvSpPr>
        <p:spPr>
          <a:xfrm>
            <a:off x="3885" y="92307"/>
            <a:ext cx="1658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err="1"/>
              <a:t>Página</a:t>
            </a:r>
            <a:r>
              <a:rPr lang="en-GB" dirty="0"/>
              <a:t>/</a:t>
            </a:r>
            <a:r>
              <a:rPr lang="en-GB" dirty="0" err="1"/>
              <a:t>Modais</a:t>
            </a:r>
            <a:endParaRPr lang="en-GB" dirty="0"/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3AAD9436-B5FB-EFA7-D6CC-D7D0D86E56C5}"/>
              </a:ext>
            </a:extLst>
          </p:cNvPr>
          <p:cNvCxnSpPr>
            <a:cxnSpLocks/>
          </p:cNvCxnSpPr>
          <p:nvPr/>
        </p:nvCxnSpPr>
        <p:spPr>
          <a:xfrm>
            <a:off x="1541411" y="2426554"/>
            <a:ext cx="0" cy="4088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C8A1D54B-06D0-4C48-3D39-4B5F1C02BB6A}"/>
              </a:ext>
            </a:extLst>
          </p:cNvPr>
          <p:cNvCxnSpPr>
            <a:cxnSpLocks/>
          </p:cNvCxnSpPr>
          <p:nvPr/>
        </p:nvCxnSpPr>
        <p:spPr>
          <a:xfrm>
            <a:off x="1911096" y="4270248"/>
            <a:ext cx="0" cy="3947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Imagem 49">
            <a:extLst>
              <a:ext uri="{FF2B5EF4-FFF2-40B4-BE49-F238E27FC236}">
                <a16:creationId xmlns:a16="http://schemas.microsoft.com/office/drawing/2014/main" id="{CF74400F-B60B-3369-7534-D6A2B04F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68" y="2835422"/>
            <a:ext cx="3039484" cy="3711678"/>
          </a:xfrm>
          <a:prstGeom prst="rect">
            <a:avLst/>
          </a:prstGeom>
        </p:spPr>
      </p:pic>
      <p:cxnSp>
        <p:nvCxnSpPr>
          <p:cNvPr id="53" name="Conector de Seta Reta 52">
            <a:extLst>
              <a:ext uri="{FF2B5EF4-FFF2-40B4-BE49-F238E27FC236}">
                <a16:creationId xmlns:a16="http://schemas.microsoft.com/office/drawing/2014/main" id="{6678B163-6037-0C1E-70DF-6714C5016E2E}"/>
              </a:ext>
            </a:extLst>
          </p:cNvPr>
          <p:cNvCxnSpPr>
            <a:cxnSpLocks/>
            <a:endCxn id="90" idx="0"/>
          </p:cNvCxnSpPr>
          <p:nvPr/>
        </p:nvCxnSpPr>
        <p:spPr>
          <a:xfrm>
            <a:off x="6288024" y="2426554"/>
            <a:ext cx="0" cy="1764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id="{239F20B8-46EB-B93F-66A8-6E646EA94C88}"/>
              </a:ext>
            </a:extLst>
          </p:cNvPr>
          <p:cNvCxnSpPr>
            <a:cxnSpLocks/>
          </p:cNvCxnSpPr>
          <p:nvPr/>
        </p:nvCxnSpPr>
        <p:spPr>
          <a:xfrm>
            <a:off x="8037573" y="1298448"/>
            <a:ext cx="3657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id="{21D5434B-3068-3463-2812-6641CC09CCC6}"/>
              </a:ext>
            </a:extLst>
          </p:cNvPr>
          <p:cNvCxnSpPr>
            <a:cxnSpLocks/>
          </p:cNvCxnSpPr>
          <p:nvPr/>
        </p:nvCxnSpPr>
        <p:spPr>
          <a:xfrm flipH="1" flipV="1">
            <a:off x="1541411" y="2426554"/>
            <a:ext cx="3962067" cy="2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2" name="Imagem 81">
            <a:extLst>
              <a:ext uri="{FF2B5EF4-FFF2-40B4-BE49-F238E27FC236}">
                <a16:creationId xmlns:a16="http://schemas.microsoft.com/office/drawing/2014/main" id="{9776F637-9703-EE2A-4D7E-A8C8625B7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338" y="520063"/>
            <a:ext cx="3512208" cy="5470530"/>
          </a:xfrm>
          <a:prstGeom prst="rect">
            <a:avLst/>
          </a:prstGeom>
        </p:spPr>
      </p:pic>
      <p:pic>
        <p:nvPicPr>
          <p:cNvPr id="90" name="Imagem 89">
            <a:extLst>
              <a:ext uri="{FF2B5EF4-FFF2-40B4-BE49-F238E27FC236}">
                <a16:creationId xmlns:a16="http://schemas.microsoft.com/office/drawing/2014/main" id="{DEF6845B-53EB-6178-2016-4C03F6C3E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00" y="2602988"/>
            <a:ext cx="2664047" cy="412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03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2695006-0E17-3192-09DF-EE65B73BB886}"/>
              </a:ext>
            </a:extLst>
          </p:cNvPr>
          <p:cNvSpPr txBox="1"/>
          <p:nvPr/>
        </p:nvSpPr>
        <p:spPr>
          <a:xfrm>
            <a:off x="4955458" y="2767280"/>
            <a:ext cx="3667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0" dirty="0"/>
              <a:t>FIM!</a:t>
            </a:r>
          </a:p>
        </p:txBody>
      </p:sp>
    </p:spTree>
    <p:extLst>
      <p:ext uri="{BB962C8B-B14F-4D97-AF65-F5344CB8AC3E}">
        <p14:creationId xmlns:p14="http://schemas.microsoft.com/office/powerpoint/2010/main" val="2723300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27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Disciplina de FRONT-END FRAMEWORKS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Austregíselo Junior</dc:creator>
  <cp:lastModifiedBy>Austregíselo Junior</cp:lastModifiedBy>
  <cp:revision>1</cp:revision>
  <dcterms:created xsi:type="dcterms:W3CDTF">2024-09-28T00:18:58Z</dcterms:created>
  <dcterms:modified xsi:type="dcterms:W3CDTF">2025-11-07T22:13:48Z</dcterms:modified>
</cp:coreProperties>
</file>